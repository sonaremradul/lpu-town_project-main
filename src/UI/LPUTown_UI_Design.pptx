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LPUTown UI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Figma to UI Concept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dark-themed campus social platform UI</a:t>
            </a:r>
          </a:p>
          <a:p>
            <a:r>
              <a:t>Includes: Home, Search, Reels, Events,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 Theme</a:t>
            </a:r>
          </a:p>
          <a:p>
            <a:r>
              <a:t>Gradient Background</a:t>
            </a:r>
          </a:p>
          <a:p>
            <a:r>
              <a:t>Card-based Layout</a:t>
            </a:r>
          </a:p>
          <a:p>
            <a:r>
              <a:t>Modern Social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 Sections:</a:t>
            </a:r>
          </a:p>
          <a:p>
            <a:r>
              <a:t>Sidebar (Left)</a:t>
            </a:r>
          </a:p>
          <a:p>
            <a:r>
              <a:t>Main Content (Center)</a:t>
            </a:r>
          </a:p>
          <a:p>
            <a:r>
              <a:t>Right Panel (Suggestions)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Navigation Menu:</a:t>
            </a:r>
          </a:p>
          <a:p>
            <a:r>
              <a:t>Home, Search, Reels, Events</a:t>
            </a:r>
          </a:p>
          <a:p>
            <a:r>
              <a:t>Messages, Notifications</a:t>
            </a:r>
          </a:p>
          <a:p>
            <a:r>
              <a:t>Create Post,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Navbar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Logo: LPUTown</a:t>
            </a:r>
          </a:p>
          <a:p>
            <a:r>
              <a:t>Menu Tabs</a:t>
            </a:r>
          </a:p>
          <a:p>
            <a:r>
              <a:t>Profile Icon</a:t>
            </a:r>
          </a:p>
          <a:p>
            <a:r>
              <a:t>Dark Minimal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creation box</a:t>
            </a:r>
          </a:p>
          <a:p>
            <a:r>
              <a:t>Feed cards</a:t>
            </a:r>
          </a:p>
          <a:p>
            <a:r>
              <a:t>User interactions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bar</a:t>
            </a:r>
          </a:p>
          <a:p>
            <a:r>
              <a:t>Filters: Users, Posts, Reels</a:t>
            </a:r>
          </a:p>
          <a:p>
            <a:r>
              <a:t>Explore topics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Reels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content section</a:t>
            </a:r>
          </a:p>
          <a:p>
            <a:r>
              <a:t>Upload feature</a:t>
            </a:r>
          </a:p>
          <a:p>
            <a:r>
              <a:t>Empty state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Campus events listing</a:t>
            </a:r>
          </a:p>
          <a:p>
            <a:r>
              <a:t>Filters</a:t>
            </a:r>
          </a:p>
          <a:p>
            <a:r>
              <a:t>Host event button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list panel</a:t>
            </a:r>
          </a:p>
          <a:p>
            <a:r>
              <a:t>Conversation view</a:t>
            </a:r>
          </a:p>
          <a:p>
            <a:r>
              <a:t>Empty state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Activity updates</a:t>
            </a:r>
          </a:p>
          <a:p>
            <a:r>
              <a:t>Skeleton loading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image</a:t>
            </a:r>
          </a:p>
          <a:p>
            <a:r>
              <a:t>Add caption</a:t>
            </a:r>
          </a:p>
          <a:p>
            <a:r>
              <a:t>Simple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 Palette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Primary: Purple (#7C3AED)</a:t>
            </a:r>
          </a:p>
          <a:p>
            <a:r>
              <a:t>Background: Dark (#0F172A)</a:t>
            </a:r>
          </a:p>
          <a:p>
            <a:r>
              <a:t>Cards: #111827</a:t>
            </a:r>
          </a:p>
          <a:p>
            <a:r>
              <a:t>Text: White &amp; Gray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Font: Inter / Poppins</a:t>
            </a:r>
          </a:p>
          <a:p>
            <a:r>
              <a:t>Heading: 24px</a:t>
            </a:r>
          </a:p>
          <a:p>
            <a:r>
              <a:t>Body: 14px</a:t>
            </a:r>
          </a:p>
          <a:p>
            <a:r>
              <a:t>Clean readable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